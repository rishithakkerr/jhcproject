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aff573c996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aff573c996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cebf3cff7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cebf3cff7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cebf3cff7d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cebf3cff7d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cebf3cff7d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cebf3cff7d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aff573c996_1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aff573c996_1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A81B50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idx="1" type="subTitle"/>
          </p:nvPr>
        </p:nvSpPr>
        <p:spPr>
          <a:xfrm>
            <a:off x="311700" y="2834125"/>
            <a:ext cx="8520600" cy="114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lt1"/>
                </a:solidFill>
              </a:rPr>
              <a:t>Case Study 23. GigGuide: Independent Music Ticketing</a:t>
            </a:r>
            <a:endParaRPr b="1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832">
                <a:solidFill>
                  <a:schemeClr val="lt1"/>
                </a:solidFill>
              </a:rPr>
              <a:t>B</a:t>
            </a:r>
            <a:r>
              <a:rPr b="1" lang="en-GB" sz="832">
                <a:solidFill>
                  <a:schemeClr val="lt1"/>
                </a:solidFill>
              </a:rPr>
              <a:t>y Rishi Thakker</a:t>
            </a:r>
            <a:endParaRPr b="1" sz="832">
              <a:solidFill>
                <a:schemeClr val="lt1"/>
              </a:solidFill>
            </a:endParaRPr>
          </a:p>
        </p:txBody>
      </p:sp>
      <p:pic>
        <p:nvPicPr>
          <p:cNvPr id="55" name="Google Shape;55;p13" title="download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62238" y="942350"/>
            <a:ext cx="3819525" cy="1200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rgbClr val="A81B50"/>
                </a:solidFill>
              </a:rPr>
              <a:t>Index</a:t>
            </a:r>
            <a:endParaRPr b="1">
              <a:solidFill>
                <a:srgbClr val="A81B50"/>
              </a:solidFill>
            </a:endParaRPr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-GB"/>
              <a:t>Problem Statement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-GB"/>
              <a:t>Your solution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-GB"/>
              <a:t>Working (Method/</a:t>
            </a:r>
            <a:r>
              <a:rPr lang="en-GB"/>
              <a:t>Mind map</a:t>
            </a:r>
            <a:r>
              <a:rPr lang="en-GB"/>
              <a:t>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-GB"/>
              <a:t>Conclusion.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000"/>
              <a:t>Note: Slides (excluding Thank-you and Introduction slide) should not be more than 4.</a:t>
            </a:r>
            <a:endParaRPr sz="1000"/>
          </a:p>
        </p:txBody>
      </p:sp>
      <p:pic>
        <p:nvPicPr>
          <p:cNvPr id="62" name="Google Shape;62;p14" title="images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14199" y="3992274"/>
            <a:ext cx="918100" cy="91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b="1" lang="en-GB">
                <a:solidFill>
                  <a:srgbClr val="A81B50"/>
                </a:solidFill>
              </a:rPr>
              <a:t>Problem Statement</a:t>
            </a:r>
            <a:endParaRPr/>
          </a:p>
        </p:txBody>
      </p:sp>
      <p:sp>
        <p:nvSpPr>
          <p:cNvPr id="68" name="Google Shape;68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500">
                <a:solidFill>
                  <a:schemeClr val="dk1"/>
                </a:solidFill>
              </a:rPr>
              <a:t>Many people want to attend events such as concerts, comedy shows, sports matches, and festivals, but discovering events and booking tickets can be scattered across different platforms.</a:t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500">
                <a:solidFill>
                  <a:schemeClr val="dk1"/>
                </a:solidFill>
              </a:rPr>
              <a:t>The goal of this project is to create a simple event discovery and ticket booking platform that allows users to: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GB" sz="1500">
                <a:solidFill>
                  <a:schemeClr val="dk1"/>
                </a:solidFill>
              </a:rPr>
              <a:t>Explore events in one place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GB" sz="1500">
                <a:solidFill>
                  <a:schemeClr val="dk1"/>
                </a:solidFill>
              </a:rPr>
              <a:t>Filter events by category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GB" sz="1500">
                <a:solidFill>
                  <a:schemeClr val="dk1"/>
                </a:solidFill>
              </a:rPr>
              <a:t>Select ticket types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GB" sz="1500">
                <a:solidFill>
                  <a:schemeClr val="dk1"/>
                </a:solidFill>
              </a:rPr>
              <a:t>Calculate ticket prices easily</a:t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rgbClr val="A81B50"/>
                </a:solidFill>
              </a:rPr>
              <a:t>Your Solution</a:t>
            </a:r>
            <a:endParaRPr/>
          </a:p>
        </p:txBody>
      </p:sp>
      <p:sp>
        <p:nvSpPr>
          <p:cNvPr id="74" name="Google Shape;74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500">
                <a:solidFill>
                  <a:schemeClr val="dk1"/>
                </a:solidFill>
              </a:rPr>
              <a:t>GigGuide is a web-based event discovery and ticket booking platform built using HTML, CSS, and JavaScript.</a:t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500">
                <a:solidFill>
                  <a:schemeClr val="dk1"/>
                </a:solidFill>
              </a:rPr>
              <a:t>Main features include: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GB" sz="1500">
                <a:solidFill>
                  <a:schemeClr val="dk1"/>
                </a:solidFill>
              </a:rPr>
              <a:t>Event browsing through a dynamic event grid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GB" sz="1500">
                <a:solidFill>
                  <a:schemeClr val="dk1"/>
                </a:solidFill>
              </a:rPr>
              <a:t>Category filters (Music, Comedy, Sports, Nightlife, Festivals)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GB" sz="1500">
                <a:solidFill>
                  <a:schemeClr val="dk1"/>
                </a:solidFill>
              </a:rPr>
              <a:t>Featured event slider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GB" sz="1500">
                <a:solidFill>
                  <a:schemeClr val="dk1"/>
                </a:solidFill>
              </a:rPr>
              <a:t>Ticket booking page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GB" sz="1500">
                <a:solidFill>
                  <a:schemeClr val="dk1"/>
                </a:solidFill>
              </a:rPr>
              <a:t>Ticket quantity selector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GB" sz="1500">
                <a:solidFill>
                  <a:schemeClr val="dk1"/>
                </a:solidFill>
              </a:rPr>
              <a:t>Automatic total price calculation</a:t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500">
                <a:solidFill>
                  <a:schemeClr val="dk1"/>
                </a:solidFill>
              </a:rPr>
              <a:t>The platform focuses on providing a clean and user-friendly interface for discovering and booking events.</a:t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5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rgbClr val="A81B50"/>
                </a:solidFill>
              </a:rPr>
              <a:t>Working</a:t>
            </a:r>
            <a:endParaRPr/>
          </a:p>
        </p:txBody>
      </p:sp>
      <p:sp>
        <p:nvSpPr>
          <p:cNvPr id="80" name="Google Shape;80;p17"/>
          <p:cNvSpPr txBox="1"/>
          <p:nvPr>
            <p:ph idx="1" type="body"/>
          </p:nvPr>
        </p:nvSpPr>
        <p:spPr>
          <a:xfrm>
            <a:off x="311700" y="1152475"/>
            <a:ext cx="8520600" cy="363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chemeClr val="dk1"/>
                </a:solidFill>
              </a:rPr>
              <a:t>Events are stored in a JavaScript data structure containing event details such as name, venue, category, and ticket prices.</a:t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chemeClr val="dk1"/>
                </a:solidFill>
              </a:rPr>
              <a:t>The Events Page dynamically displays all events using JavaScript.</a:t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chemeClr val="dk1"/>
                </a:solidFill>
              </a:rPr>
              <a:t>Users can filter events using category buttons.</a:t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chemeClr val="dk1"/>
                </a:solidFill>
              </a:rPr>
              <a:t>When a user clicks Book Ticket, the event ID is passed to the Tickets Page.</a:t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500">
                <a:solidFill>
                  <a:schemeClr val="dk1"/>
                </a:solidFill>
              </a:rPr>
              <a:t>The Tickets Page loads the selected event and allows the user to: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GB" sz="1500">
                <a:solidFill>
                  <a:schemeClr val="dk1"/>
                </a:solidFill>
              </a:rPr>
              <a:t>Select ticket type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GB" sz="1500">
                <a:solidFill>
                  <a:schemeClr val="dk1"/>
                </a:solidFill>
              </a:rPr>
              <a:t>Change ticket quantity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GB" sz="1500">
                <a:solidFill>
                  <a:schemeClr val="dk1"/>
                </a:solidFill>
              </a:rPr>
              <a:t>View total price dynamically.</a:t>
            </a:r>
            <a:endParaRPr sz="15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A81B50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lt1"/>
                </a:solidFill>
              </a:rPr>
              <a:t>Thank You</a:t>
            </a:r>
            <a:endParaRPr b="1">
              <a:solidFill>
                <a:schemeClr val="lt1"/>
              </a:solidFill>
            </a:endParaRPr>
          </a:p>
        </p:txBody>
      </p:sp>
      <p:pic>
        <p:nvPicPr>
          <p:cNvPr id="86" name="Google Shape;86;p18" title="download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62238" y="942350"/>
            <a:ext cx="3819525" cy="1200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