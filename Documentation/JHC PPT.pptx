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bf3cff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bf3cff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ebf3cff7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ebf3cff7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ebf3cff7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ebf3cff7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Project title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32">
                <a:solidFill>
                  <a:schemeClr val="lt1"/>
                </a:solidFill>
              </a:rPr>
              <a:t>B</a:t>
            </a:r>
            <a:r>
              <a:rPr b="1" lang="en-GB" sz="832">
                <a:solidFill>
                  <a:schemeClr val="lt1"/>
                </a:solidFill>
              </a:rPr>
              <a:t>y Stduent Name/Group Name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Problem Statement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Your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Working (Method/</a:t>
            </a:r>
            <a:r>
              <a:rPr lang="en-GB"/>
              <a:t>Mind map</a:t>
            </a:r>
            <a:r>
              <a:rPr lang="en-GB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Conclusion.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/>
              <a:t>Note: Slides (excluding Thank-you and Introduction slide) should not be more than 4.</a:t>
            </a: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solidFill>
                  <a:srgbClr val="A81B50"/>
                </a:solidFill>
              </a:rPr>
              <a:t>Problem Statement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</a:rPr>
              <a:t>Many people want to attend events such as concerts, comedy shows, sports matches, and festivals, but discovering events and booking tickets can be scattered across different platforms.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</a:rPr>
              <a:t>The goal of this project is to create a simple event discovery and ticket booking platform that allows users to: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Explore events in one place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Filter events by category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Select ticket types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Calculate ticket prices easily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Your Solution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</a:rPr>
              <a:t>GigGuide is a web-based event discovery and ticket booking platform built using HTML, CSS, and JavaScript.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</a:rPr>
              <a:t>Main features include: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Event browsing through a dynamic event grid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Category filters (Music, Comedy, Sports, Nightlife, Festivals)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Featured event slider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Ticket booking page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Ticket quantity selector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Automatic total price calculation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</a:rPr>
              <a:t>The platform focuses on providing a clean and user-friendly interface for discovering and booking events.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Working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Events are stored in a JavaScript data structure containing event details such as name, venue, category, and ticket prices.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The Events Page dynamically displays all events using JavaScript.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Users can filter events using category buttons.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When a user clicks Book Ticket, the event ID is passed to the Tickets Page.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</a:rPr>
              <a:t>The Tickets Page loads the selected event and allows the user to: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Select ticket type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Change ticket quantity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View total price dynamically.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86" name="Google Shape;86;p1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